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8" r:id="rId3"/>
    <p:sldId id="264" r:id="rId4"/>
    <p:sldId id="259" r:id="rId5"/>
    <p:sldId id="260" r:id="rId6"/>
    <p:sldId id="265" r:id="rId7"/>
    <p:sldId id="267" r:id="rId8"/>
    <p:sldId id="266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SI" initials="C" lastIdx="1" clrIdx="0">
    <p:extLst>
      <p:ext uri="{19B8F6BF-5375-455C-9EA6-DF929625EA0E}">
        <p15:presenceInfo xmlns:p15="http://schemas.microsoft.com/office/powerpoint/2012/main" userId="CES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7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9T10:14:50.329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938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803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1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16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17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357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498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771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892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6361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738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2230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84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201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5943600" cy="51480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2801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691640"/>
            <a:ext cx="256032" cy="256032"/>
          </a:xfrm>
          <a:prstGeom prst="ellipse">
            <a:avLst/>
          </a:prstGeom>
          <a:solidFill>
            <a:srgbClr val="070E1C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1691640"/>
            <a:ext cx="256032" cy="256032"/>
          </a:xfrm>
          <a:prstGeom prst="ellipse">
            <a:avLst/>
          </a:prstGeom>
          <a:solidFill>
            <a:srgbClr val="070E1C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371600"/>
            <a:ext cx="548640" cy="0"/>
          </a:xfrm>
          <a:prstGeom prst="line">
            <a:avLst/>
          </a:prstGeom>
          <a:noFill/>
          <a:ln w="38100">
            <a:solidFill>
              <a:srgbClr val="FF6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1298448"/>
            <a:ext cx="219456" cy="219456"/>
          </a:xfrm>
          <a:prstGeom prst="ellipse">
            <a:avLst/>
          </a:prstGeom>
          <a:solidFill>
            <a:srgbClr val="FF6D00"/>
          </a:solidFill>
          <a:ln w="12700">
            <a:solidFill>
              <a:srgbClr val="07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365760"/>
            <a:ext cx="457200" cy="411480"/>
          </a:xfrm>
          <a:prstGeom prst="triangle">
            <a:avLst/>
          </a:prstGeom>
          <a:solidFill>
            <a:srgbClr val="FF6D00"/>
          </a:solidFill>
          <a:ln w="12700">
            <a:solidFill>
              <a:srgbClr val="070E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r>
              <a:rPr lang="en-US" sz="4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 FAULT DIAGNOSIS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200400"/>
            <a:ext cx="50292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 440  Internet and Mobile Programming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639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12  |  Supervisor: Dr. Valery Nkemeni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  |  2025/2026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40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Identity,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65760" y="1417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 &amp;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65760" y="2194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Implementation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cross-platform mobile application for car fault diagnosis built with React Native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73752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 |  Group 12  |  CEF 440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430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005840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0789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99616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5727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com.group12.cardiag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993392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  (build 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487168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603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CLI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980944"/>
            <a:ext cx="30175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540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0540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SDK 26  (Android 8.0)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474720"/>
            <a:ext cx="3017520" cy="45720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478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5478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iOS 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914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Palette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1371600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1389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Blue  #1E88E5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938528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70E1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956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  #070E1C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21396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2505456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FF6D0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523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Orange  #FF6D00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27066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/ Fault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072384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Green  #4CAF50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32735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status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363931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D3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3657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Red  #D32F2F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3840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fault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4873752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 |  Group 12  |  CEF 440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29306" cy="52790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977" y="428919"/>
            <a:ext cx="4876800" cy="4421171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7774577" y="4590853"/>
            <a:ext cx="4197464" cy="85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>
              <a:lnSpc>
                <a:spcPct val="300000"/>
              </a:lnSpc>
            </a:pPr>
            <a:r>
              <a:rPr lang="en-US" sz="2000" b="1" dirty="0" smtClean="0"/>
              <a:t>Icon</a:t>
            </a:r>
            <a:r>
              <a:rPr lang="en-US" b="1" dirty="0" smtClean="0"/>
              <a:t>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211343" y="5279010"/>
            <a:ext cx="4190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r>
              <a:rPr lang="en-US" sz="2000" b="1" dirty="0" smtClean="0"/>
              <a:t>logo </a:t>
            </a:r>
            <a:endParaRPr lang="fr-FR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72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430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per screen. All features reachable from bottom nav in one tap.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768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components: buttons, cards, badges, inputs across all screens.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81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contrast, large touch targets, readable font sizes on all devices.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83133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waveform, scan line, severity badges confirm every user action.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960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46304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Bold 700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and screen titles  •  24 to 32sp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0574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1031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Regular 400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text, labels, buttons  •  14 to 16sp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4320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Mono 500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97180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codes, version badges  •  11 to 12sp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 (Bottom Tab Bar)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3794760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1E88E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931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33488" y="3794760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3931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49056" y="3794760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49056" y="3931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64624" y="3794760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64624" y="3931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80192" y="3794760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80192" y="3931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873752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 |  Group 12  |  CEF 440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Wireframes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430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screens were wireframed before design. Each screen follows a single-task layout with the bottom navigation bar always visible.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42646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6459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tagline, loading bar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214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08483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3042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password, Google login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797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74320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Screen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296265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name, email, password, T&amp;C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4381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34015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362102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status, quick actions, recent diagnoses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965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405993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Light Scanner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6968" y="427939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viewfinder, scan frame, controls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3716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4630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30568" y="142646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Sound Recording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30568" y="16459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Waveform, timer, stop button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02996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1214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30568" y="208483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Results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0568" y="23042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code, severity badge, causes, action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268833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27797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30568" y="274320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Tutorials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30568" y="296265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filters, tutorial cards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334670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4381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30568" y="34015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0568" y="362102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pills, records with severity badges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400507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40965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30568" y="405993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30568" y="427939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info, vehicle card, settings list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182880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0" y="4873752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 |  Group 12  |  CEF 440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86" y="0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9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015613" y="619432"/>
            <a:ext cx="4748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r>
              <a:rPr lang="en-US" sz="3200" b="1" dirty="0" smtClean="0">
                <a:solidFill>
                  <a:srgbClr val="00B0F0"/>
                </a:solidFill>
              </a:rPr>
              <a:t>Mockup Design </a:t>
            </a:r>
            <a:endParaRPr lang="fr-FR" sz="3200" b="1" kern="1200" dirty="0">
              <a:solidFill>
                <a:srgbClr val="00B0F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425677" y="1744980"/>
            <a:ext cx="9812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high-fidelity mockups represent the final visual appearance of the </a:t>
            </a:r>
            <a:r>
              <a:rPr lang="en-US" dirty="0" err="1" smtClean="0"/>
              <a:t>CarDiag</a:t>
            </a:r>
            <a:r>
              <a:rPr lang="en-US" dirty="0" smtClean="0"/>
              <a:t> mobile application . They were created to demonstrate how users will interact with the system before the development phase is completed. </a:t>
            </a:r>
            <a:endParaRPr lang="fr-F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2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1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430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394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426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CLI with TypeScript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394960" cy="36576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command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react-native init CarDiag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5394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31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2311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@react-navigation/native + bottom-tabs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5394960" cy="36576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633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5394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5394960" cy="36576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438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@react-native-async-storage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85616"/>
            <a:ext cx="53949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40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840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react-native-vision-camera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187952"/>
            <a:ext cx="5394960" cy="365760"/>
          </a:xfrm>
          <a:prstGeom prst="rect">
            <a:avLst/>
          </a:prstGeom>
          <a:solidFill>
            <a:srgbClr val="08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42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2428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react-native-audio-recorder-player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9601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8132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CarDiag/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75564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android/          iOS/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02996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30428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screens/      (10 screens)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57860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components/   (reusable UI)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85292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navigation/   (stack + tabs)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12724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     (API calls)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40156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store/        (Zustand state)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67588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theme/        (colors, fonts)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395020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App.tsx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422452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873752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CarDiag  |  Group 12  |  CEF 440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11521440" cy="100584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Package name and SDK targets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Colour palette and typography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Logo and icon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2606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design principles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 screen wireframes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611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 high-fidelity mockups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Implementation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2606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Native CLI + TypeScript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Feature-based folder 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dependency 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12188952" cy="30175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86460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12  |  CEF 440  |  University of Buea  |  Supervisor: Dr. Valery Nkemeni  |  2025/2026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608</Words>
  <Application>Microsoft Office PowerPoint</Application>
  <PresentationFormat>Grand écran</PresentationFormat>
  <Paragraphs>155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CarDiag - App Identity, Visual Design and Frontend Implementation</dc:title>
  <dc:subject>PptxGenJS Presentation</dc:subject>
  <dc:creator>Group 12 - CEF 440 - University of Buea</dc:creator>
  <cp:lastModifiedBy>CESI</cp:lastModifiedBy>
  <cp:revision>8</cp:revision>
  <dcterms:created xsi:type="dcterms:W3CDTF">2026-06-09T08:50:02Z</dcterms:created>
  <dcterms:modified xsi:type="dcterms:W3CDTF">2026-06-09T09:57:59Z</dcterms:modified>
</cp:coreProperties>
</file>