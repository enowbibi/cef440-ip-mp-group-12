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E043-E3A7-F567-BACD-0FC9BEF0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2A4D3-CCD8-9D88-E80C-EDB7744E2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E11A-2CF0-D3B2-46E0-1126B4F1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362ED-0889-CEE8-143A-149A00C7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A011-B405-8905-FF6A-3D2B3773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FF8B-9889-ACD9-1FD3-4EFBF5E4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21713-070C-79D4-A912-B0B06DB5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9F68-C53F-96EF-6CEF-7548A901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A9533-6981-DA19-4C74-E249CB58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CF3E5-3316-DD03-9545-FCEE22B9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14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F4F0-15B2-0C55-0BC7-18C973EDE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C8CFD-F957-B2D3-EEB5-68537547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11123-C35B-329F-543F-730F8A2A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6539D-AC0B-DF45-7E02-D8EF2224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38BC9-56F1-FBD9-1FB7-D7F986A5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27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C10-E0EC-6679-D263-90EB1911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DC59-A738-2B0B-F6F0-6016B9169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7133A-4D04-8ED4-CEDE-2C24F1A75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B75FB-F8AD-A502-B5F2-9638DD81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77EEF-C0CB-EFA7-2A3E-5B7010C3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9203F-33E0-1B44-E588-C1A86047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10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49C9-1859-E46B-E6E4-304B3AE7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DD272-73BD-C010-37EB-3851F009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955E7-24B2-33B4-62E6-4D556B109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61F6B-F14D-5839-981A-D86BB6377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E95A6-A8CB-AA57-A5B2-C8375DE91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08040-9070-EFAA-F0BD-34D83EA0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EF3C1-5739-EF54-A59D-2D7B2B91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5587D-8C2E-B757-41A4-F5CD7386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36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549C-795F-AB9D-F810-8E875C0F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A2764-0C3D-2931-56A6-A1E3D448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020AEB-18D9-780E-0F0C-17EF9482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B6194-17F6-6C91-9B71-F5174B3A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1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2CBEC-E5B7-8F86-9283-57740196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30A22-BEE7-E73D-922E-57EB7573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AA817-D728-9198-A3A6-80993166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9E38-BB46-EB3C-ADA3-416171EC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CDA5-329D-9507-06E6-B99F55853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37D0C-E8FF-5CD9-C547-5BF50F070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8871B-B220-BDBE-18BB-690D7805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0FFEE-AA25-0362-C50C-A7B63A64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045BE-F4D6-9C70-BCAD-96E02633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3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C96A-59C2-B3C9-FF20-289780C3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B1F3F-8413-1596-2A83-E7EA10F85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545D1-A57E-13CA-2573-E69931CEC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E1973-4E31-430E-3A66-B330EE5B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53023-96E5-5A13-D154-6D92C64A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E22CD-A898-32A5-F554-E238F64E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31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CEFFB-7192-9CAC-8596-EEDBFC7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78EB2-041D-8CF7-EC76-64C776A32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10D30-1791-9160-0DEA-EC5D8B8F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9CDB8-2F6E-C7FE-532E-9E2C8BB9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E7182-8E73-BE5E-162F-1A8C21D3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0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D596AF-9E5B-42FC-C62A-735327F4D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F9C9D-137E-812C-3450-9D1310C03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5B95F-1087-1667-2224-F814609D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9F004-A56D-E666-746E-6C4B08C1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C557C-1C9F-EB14-B692-F15DF4B3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1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5B2A8-03E4-26F6-294E-AF60327B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E62-FA39-F9EC-B72B-583E4362F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D16B7-C262-DBFA-2895-06766CA48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1470D-1EBD-4635-B2C7-F40EE1D8AC40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E9326-87AD-8548-877E-73164AC4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599FD-445F-B044-A9B2-5E687F206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76F68-40EE-4022-8DD5-D81C4A5C5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23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ED3B-4F49-06FB-AE57-50AC283E2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0BB67-E599-B22F-4955-DA9328987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A61B8-C117-4308-7574-642B3E4D6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7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7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9E87-C775-281D-498C-D99F59AF8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E1FFEA-5D12-A721-5805-F0E03899B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2882" cy="6858000"/>
          </a:xfrm>
        </p:spPr>
      </p:pic>
    </p:spTree>
    <p:extLst>
      <p:ext uri="{BB962C8B-B14F-4D97-AF65-F5344CB8AC3E}">
        <p14:creationId xmlns:p14="http://schemas.microsoft.com/office/powerpoint/2010/main" val="313436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3D2D-36BA-71CE-4CBA-8E60498B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130A1-DADE-23FA-FA8B-9CBF77169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4976" cy="6858000"/>
          </a:xfrm>
        </p:spPr>
      </p:pic>
    </p:spTree>
    <p:extLst>
      <p:ext uri="{BB962C8B-B14F-4D97-AF65-F5344CB8AC3E}">
        <p14:creationId xmlns:p14="http://schemas.microsoft.com/office/powerpoint/2010/main" val="333853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3AD6-F524-D145-F1CB-EE939527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1856C5-D61F-280B-F03B-D2268F82D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5565" cy="6858000"/>
          </a:xfrm>
        </p:spPr>
      </p:pic>
    </p:spTree>
    <p:extLst>
      <p:ext uri="{BB962C8B-B14F-4D97-AF65-F5344CB8AC3E}">
        <p14:creationId xmlns:p14="http://schemas.microsoft.com/office/powerpoint/2010/main" val="343552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D22B-6752-4374-F52E-1D4247F5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D95AE-AF78-3C84-5D6D-1ABAEF5AB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570" cy="6858000"/>
          </a:xfrm>
        </p:spPr>
      </p:pic>
    </p:spTree>
    <p:extLst>
      <p:ext uri="{BB962C8B-B14F-4D97-AF65-F5344CB8AC3E}">
        <p14:creationId xmlns:p14="http://schemas.microsoft.com/office/powerpoint/2010/main" val="369581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A4B-0449-AC86-B636-7EA8AC0A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A655CC-4AED-4E25-2CF6-D4D910D0D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4598" cy="6858000"/>
          </a:xfrm>
        </p:spPr>
      </p:pic>
    </p:spTree>
    <p:extLst>
      <p:ext uri="{BB962C8B-B14F-4D97-AF65-F5344CB8AC3E}">
        <p14:creationId xmlns:p14="http://schemas.microsoft.com/office/powerpoint/2010/main" val="14068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1A09-A551-A35B-2B59-443C3F2A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3F367C-F3E5-153B-6018-793EB5E25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1830" cy="6858000"/>
          </a:xfrm>
        </p:spPr>
      </p:pic>
    </p:spTree>
    <p:extLst>
      <p:ext uri="{BB962C8B-B14F-4D97-AF65-F5344CB8AC3E}">
        <p14:creationId xmlns:p14="http://schemas.microsoft.com/office/powerpoint/2010/main" val="1764761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CA7A-58A9-87D8-3A90-B16169004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9ED312-40C8-AA96-AE54-D8113FC36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8894" cy="7189076"/>
          </a:xfrm>
        </p:spPr>
      </p:pic>
    </p:spTree>
    <p:extLst>
      <p:ext uri="{BB962C8B-B14F-4D97-AF65-F5344CB8AC3E}">
        <p14:creationId xmlns:p14="http://schemas.microsoft.com/office/powerpoint/2010/main" val="374127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87C7-3C7E-8511-F4AF-FC654577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27960A-65A6-7D84-4914-0D40110C5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0460" cy="6858000"/>
          </a:xfrm>
        </p:spPr>
      </p:pic>
    </p:spTree>
    <p:extLst>
      <p:ext uri="{BB962C8B-B14F-4D97-AF65-F5344CB8AC3E}">
        <p14:creationId xmlns:p14="http://schemas.microsoft.com/office/powerpoint/2010/main" val="350733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1342-821E-36B7-E108-7CE3A29A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235E1-57B7-3BB1-6A65-48F40B096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66602" cy="6858001"/>
          </a:xfrm>
        </p:spPr>
      </p:pic>
    </p:spTree>
    <p:extLst>
      <p:ext uri="{BB962C8B-B14F-4D97-AF65-F5344CB8AC3E}">
        <p14:creationId xmlns:p14="http://schemas.microsoft.com/office/powerpoint/2010/main" val="365792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Tambe Enowtabi</dc:creator>
  <cp:lastModifiedBy>Tambe Enowtabi</cp:lastModifiedBy>
  <cp:revision>2</cp:revision>
  <dcterms:created xsi:type="dcterms:W3CDTF">2026-05-12T03:06:07Z</dcterms:created>
  <dcterms:modified xsi:type="dcterms:W3CDTF">2026-05-12T03:14:30Z</dcterms:modified>
</cp:coreProperties>
</file>