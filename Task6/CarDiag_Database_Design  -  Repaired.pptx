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58" y="-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263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326880" y="-914400"/>
            <a:ext cx="4114800" cy="411480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10058400" y="4206240"/>
            <a:ext cx="3291840" cy="3291840"/>
          </a:xfrm>
          <a:prstGeom prst="roundRect">
            <a:avLst>
              <a:gd name="adj" fmla="val 11111"/>
            </a:avLst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IMPLEMENTATION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CarDiag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Car Fault Diagnosis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4160520"/>
            <a:ext cx="38404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3891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 ·  Internet &amp; Mobile Programming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12  ·  Faculty of Engineering and Technology, University of Buea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Lecturer: Dr. Nkemeni Valerie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This Presentation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63500" dist="25400" dir="5400000" algn="bl" rotWithShape="0">
              <a:srgbClr val="9FB0C2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2082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20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860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of the database in CarDiag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63500" dist="25400" dir="5400000" algn="bl" rotWithShape="0">
              <a:srgbClr val="9FB0C2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2082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20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19385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Elements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2860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the system stores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971800"/>
            <a:ext cx="52578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63500" dist="25400" dir="5400000" algn="bl" rotWithShape="0">
              <a:srgbClr val="9FB0C2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20954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1272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4747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relationships and rules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2971800"/>
            <a:ext cx="52578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63500" dist="25400" dir="5400000" algn="bl" rotWithShape="0">
              <a:srgbClr val="9FB0C2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320954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31272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34747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structure of the data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52578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63500" dist="25400" dir="5400000" algn="bl" rotWithShape="0">
              <a:srgbClr val="9FB0C2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439826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4398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08760" y="43159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Implementation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46634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and pgvector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160520"/>
            <a:ext cx="52578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63500" dist="25400" dir="5400000" algn="bl" rotWithShape="0">
              <a:srgbClr val="9FB0C2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64808" y="439826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808" y="4398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32320" y="43159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Implementation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0" y="46634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layered architecture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349240"/>
            <a:ext cx="52578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63500" dist="25400" dir="5400000" algn="bl" rotWithShape="0">
              <a:srgbClr val="9FB0C2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1248" y="558698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" y="5586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508760" y="55046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Backend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508760" y="58521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and data population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63640" y="5349240"/>
            <a:ext cx="52578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63500" dist="25400" dir="5400000" algn="bl" rotWithShape="0">
              <a:srgbClr val="9FB0C2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64808" y="558698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6464808" y="5586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132320" y="55046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132320" y="58521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design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572000"/>
            <a:ext cx="2468880" cy="24688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68680" y="3108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86968" y="4069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as the foundation of the CarDiag system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is the foundation of CarDiag.</a:t>
            </a: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stores the fault knowledge base, user accounts, diagnostic records, embedding vectors, and cached video tutorials.</a:t>
            </a: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CarDiag matches dashboard images, engine sounds, and text descriptions against the fault catalogue and returns an explanation, urgency level, repair tips, and video tutorials.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949440" y="1783080"/>
            <a:ext cx="4572000" cy="978408"/>
          </a:xfrm>
          <a:prstGeom prst="roundRect">
            <a:avLst>
              <a:gd name="adj" fmla="val 7477"/>
            </a:avLst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7E93A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0" y="189280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6,152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098280" y="1783080"/>
            <a:ext cx="2240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OBD-II fault codes stored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2944368"/>
            <a:ext cx="4572000" cy="978408"/>
          </a:xfrm>
          <a:prstGeom prst="roundRect">
            <a:avLst>
              <a:gd name="adj" fmla="val 7477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7E93A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23760" y="305409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1024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098280" y="2944368"/>
            <a:ext cx="2240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per embedding vector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4105656"/>
            <a:ext cx="4572000" cy="978408"/>
          </a:xfrm>
          <a:prstGeom prst="roundRect">
            <a:avLst>
              <a:gd name="adj" fmla="val 7477"/>
            </a:avLst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7E93A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0" y="421538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098280" y="4105656"/>
            <a:ext cx="2240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 in the schema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5266944"/>
            <a:ext cx="4572000" cy="978408"/>
          </a:xfrm>
          <a:prstGeom prst="roundRect">
            <a:avLst>
              <a:gd name="adj" fmla="val 7477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7E93A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0" y="537667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98280" y="5266944"/>
            <a:ext cx="2240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types: image, audio, text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572000"/>
            <a:ext cx="2468880" cy="24688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68680" y="3108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Elements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86968" y="4069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individual pieces of information the system stores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DATA ELEMENTS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User &amp; Fault Embedding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5212080" cy="2414016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Embedding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65960"/>
          <a:ext cx="5212080" cy="2414016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(FK)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Vector(1024)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DATA ELEMENTS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Fault Data — The Core Knowledge Base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412394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6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Element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OBD-II fault code (e.g. B1200, P0301)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fault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category (Engine, Brakes, etc.)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description of the fault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observable symptoms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(JSON)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probable causes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(JSON)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repairTips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recommended repair actions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(JSON)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Urgency level (CRITICAL to LOW)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warningLight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Associated dashboard warning light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creation date and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DATA ELEMENTS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Diagnosis &amp; Video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5212080" cy="301752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audioTranscription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matched_fault_id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llmReport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65960"/>
          <a:ext cx="5212080" cy="30175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thumbnailUrl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videoUrl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cachedAt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expiresAt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572000"/>
            <a:ext cx="2468880" cy="24688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68680" y="3108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Conceptual Design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86968" y="4069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relationships, and business rules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CONCEPTUAL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Five Core Entities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76200" dist="25400" dir="5400000" algn="bl" rotWithShape="0">
              <a:srgbClr val="9FB0C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2816352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20040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registered user of the application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7408" y="18288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76200" dist="25400" dir="5400000" algn="bl" rotWithShape="0">
              <a:srgbClr val="9FB0C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2816352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Fault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 vehicle fault from the OBD-II catalogue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74736" y="18288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76200" dist="25400" dir="5400000" algn="bl" rotWithShape="0">
              <a:srgbClr val="9FB0C2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9056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449056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30768" y="2816352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FaultEmbedding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30768" y="320040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form of a fault for AI search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40864" y="41148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76200" dist="25400" dir="5400000" algn="bl" rotWithShape="0">
              <a:srgbClr val="9FB0C2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15184" y="4389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2615184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596896" y="5102352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Diagnosis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596896" y="548640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diagnosis performed by a user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08192" y="41148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76200" dist="25400" dir="5400000" algn="bl" rotWithShape="0">
              <a:srgbClr val="9FB0C2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82512" y="4389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64224" y="5102352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Video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64224" y="548640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video tutorials linked to a fault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CONCEPTUAL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Relationships &amp; Business Rules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094264"/>
              </p:ext>
            </p:extLst>
          </p:nvPr>
        </p:nvGraphicFramePr>
        <p:xfrm>
          <a:off x="640080" y="1965960"/>
          <a:ext cx="5486400" cy="210312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— Diagnosis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One-to-Many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— FaultEmbedding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— Diagnosis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One-to-Many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— Video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One-to-Many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53796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37960" y="1965960"/>
            <a:ext cx="5010912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12280" y="219456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fault has a unique fault code.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diagnosis may exist without a user (guest mode).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fault has exactly one embedding.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videos expire after a set period.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fault removes its embedding and videos.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572000"/>
            <a:ext cx="2468880" cy="24688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68680" y="3108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Entity Relationship Diagram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86968" y="4069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structure of the data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ER DIAGRAM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3F1CF53-D162-33E6-AF19-1BE275D57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621" y="777240"/>
            <a:ext cx="9525663" cy="69792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572000"/>
            <a:ext cx="2468880" cy="24688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68680" y="3108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Implementation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86968" y="4069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the pgvector extension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DATABASE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PostgreSQL &amp; pgvector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50800" dist="25400" dir="5400000" algn="bl" rotWithShape="0">
              <a:srgbClr val="9FB0C2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195681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open-source, supports vector search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52120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50800" dist="25400" dir="5400000" algn="bl" rotWithShape="0">
              <a:srgbClr val="9FB0C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9900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29535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pgvector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86000" y="33192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searches embedding vectors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52120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50800" dist="25400" dir="5400000" algn="bl" rotWithShape="0">
              <a:srgbClr val="9FB0C2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023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39867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Docker container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86000" y="43525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local setup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828800"/>
            <a:ext cx="5285232" cy="3099816"/>
          </a:xfrm>
          <a:prstGeom prst="roundRect">
            <a:avLst>
              <a:gd name="adj" fmla="val 1770"/>
            </a:avLst>
          </a:prstGeom>
          <a:solidFill>
            <a:srgbClr val="0E1430"/>
          </a:solidFill>
          <a:ln/>
          <a:effectLst>
            <a:outerShdw blurRad="76200" dist="25400" dir="5400000" algn="bl" rotWithShape="0">
              <a:srgbClr val="5A667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table &amp; vector index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28600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EXTENSION IF NOT EXISTS vector;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fault_embeddings (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id         BIGSERIAL PRIMARY KEY,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fault_id   VARCHAR(20) UNIQUE,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embedding  vector(1024) NOT NULL,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created_at TIMESTAMP DEFAULT NOW()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idx_cosine ON fault_embeddings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USING ivfflat (embedding vector_cosine_ops);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572000"/>
            <a:ext cx="2468880" cy="24688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68680" y="3108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Backend Implementation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86968" y="4069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with a clean layered architecture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BACKEND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Layered Architecture &amp; Diagnosis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31720" y="20116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HTTP requests, returns responses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614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Service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31720" y="27614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the diagnosis pipeline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511296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51129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1720" y="351129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to the database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261104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6110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31720" y="426110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classes mapped to database tables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 Pipeline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55080" y="2011680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1965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described in text by an AI model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2523744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523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4780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is converted into an embedding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3035808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29900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is matched against stored faults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3547872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35021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match retrieves full fault details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55080" y="4059936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059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40142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 generated, video tutorials fetched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55080" y="4572000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4526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saved to database and returned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572000"/>
            <a:ext cx="2468880" cy="24688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07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68680" y="3108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Connecting to the Backend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86968" y="4069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Configuration, ORM, and data population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CONNECTION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Configuration &amp; Data Population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0E1430"/>
          </a:solidFill>
          <a:ln/>
          <a:effectLst>
            <a:outerShdw blurRad="76200" dist="25400" dir="5400000" algn="bl" rotWithShape="0">
              <a:srgbClr val="5A667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47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application.properties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spring.datasource.url=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jdbc:postgresql://localhost:5432/cardiag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spring.datasource.username=postgres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spring.datasource.password=********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spring.jpa.hibernate.ddl-auto=update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4652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Connection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46520" y="214884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startup the backend establishes a connection pool, verifies the entity classes match the tables, then translates every repository call into a database query.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operations use native SQL: float arrays are converted to pgvector format, and cosine distance finds the most similar faults.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0908792" cy="1234440"/>
          </a:xfrm>
          <a:prstGeom prst="roundRect">
            <a:avLst>
              <a:gd name="adj" fmla="val 5185"/>
            </a:avLst>
          </a:prstGeom>
          <a:solidFill>
            <a:srgbClr val="E3ECF3"/>
          </a:solidFill>
          <a:ln w="12700">
            <a:solidFill>
              <a:srgbClr val="CBD6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2976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Population — two one-time pipelines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663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</a:t>
            </a: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6,152 OBD-II fault codes from a structured file into the faults table.     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</a:t>
            </a: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each fault's embedding vector and store it in the fault_embeddings table.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509760" y="-914400"/>
            <a:ext cx="3931920" cy="3931920"/>
          </a:xfrm>
          <a:prstGeom prst="roundRect">
            <a:avLst>
              <a:gd name="adj" fmla="val 9302"/>
            </a:avLst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2560320" cy="256032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972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Solid, Scalable Foundation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elements were identified from the system requirements, a conceptual design defined the entities and their relationships, and an ER diagram captured the structure.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was implemented in PostgreSQL with pgvector for AI similarity search, and the Spring Boot backend follows a clean layered architecture connected through configuration and ORM.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5029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6,152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8680" y="5577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54680" y="5029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1024-D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154680" y="5577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5029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40680" y="5577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26680" y="5029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726680" y="5577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1041</Words>
  <Application>Microsoft Office PowerPoint</Application>
  <PresentationFormat>Widescreen</PresentationFormat>
  <Paragraphs>314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CarDiag Database Design and Implementation</dc:title>
  <dc:subject>PptxGenJS Presentation</dc:subject>
  <dc:creator>Group 12</dc:creator>
  <cp:lastModifiedBy>Awa Precious Nkeng</cp:lastModifiedBy>
  <cp:revision>2</cp:revision>
  <dcterms:created xsi:type="dcterms:W3CDTF">2026-06-14T00:11:51Z</dcterms:created>
  <dcterms:modified xsi:type="dcterms:W3CDTF">2026-06-13T23:18:55Z</dcterms:modified>
</cp:coreProperties>
</file>